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0D2B45"/>
    <a:srgbClr val="A8B5C0"/>
    <a:srgbClr val="D97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B367B-46DE-4F5C-9827-A012873E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729CB5-CBB7-410B-9CEC-8C3728FAD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3B4A02-6EB2-4FF1-99B9-75CF3DDF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EB3307-A1DB-44E1-A331-C596C0A1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EC9186-F7A2-4285-94DF-9389A9D7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233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34EA2-3FB4-47E4-AFE6-611C2613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603990-94CF-4CA0-8BE5-737A1878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063808-2F45-4A60-AF1A-61E01C86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B7735A-B9E4-4E73-A054-8AD1071F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7A541-5DE0-4609-B3E0-74516053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84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4E800-84C4-4D6B-92F8-F6D0D38B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33B629-8944-489A-A0B9-9EB0F655C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AC77D-029E-4E46-A29A-6B980933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E62FD5-1179-43FC-967E-EAA2E049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D4F02E-6AD5-40EC-8F9E-6662B94F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453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03AB7-C7CB-4447-B467-4A193163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15D5C1-6887-45E4-88E5-F62BF1DC9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4D3807-18B7-497A-956B-877BC0A3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F39ABF-EABF-4A47-9100-9903D9F2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2A3818-DAB2-4B43-86D4-3B403AC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55D5C-1CEA-4768-9A85-F964A0F2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99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EB574-5CF0-43D1-87F8-001FE879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17B6E7-6D9B-4A80-806D-1EBB6C3D1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1D412A-E638-429D-91A2-2575133E7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7D58F1-0D52-49FF-9402-D8B736F69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EE601A-0E05-4585-8356-FFC59EBDB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126BB1-6F6C-41DF-9A51-933C2EB9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A25F05-1941-4BFD-81E1-DABFECB6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E3048D-9A87-48A1-A711-E4D1951C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915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08801-802C-429A-A328-7E02AC54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A03FD8-4ED1-458E-AFC1-2E485355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B28841-A866-4AEF-9BD8-A3180AA5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07DEEA-F507-479A-9DB6-5C00244D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297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5DF069-C69E-4035-9152-82B62A6E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A4B7C2-8BF3-42E5-AE6E-7E7F3254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7ADDB9-DEAD-4287-9162-643D9329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852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A881C-43B0-4603-B825-B9F11A94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09F486-50D3-44FE-A450-5C766C4F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13B1-B1B3-446F-AB94-D4F004461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B4EB24-A872-48E0-B153-163323CE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7FF522-A9E1-41D4-94E9-51BB7641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87F206-05B2-4771-88E7-BE140DC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57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86C66-9157-4DA1-AEC5-39DA43516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AE3AF0-3D40-4994-A578-5187C6EF7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6ABE1F-9421-44DA-B465-B0C92004D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AA4E4-2ABC-4421-9520-649D8979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689D7F-A227-43D3-A78A-1FA069C6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A7BAB2-EA3A-43FF-A21A-4B50D3C9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517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74965-CC87-49AF-9A9B-C5066413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B7AA98-47CC-4503-A482-1BD4BC86C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ABEF0-DABF-473F-93E5-C17F0772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60E8D8-DD3F-43E5-94A4-55BA39D3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8D64B-6B54-402A-9CAE-7551D180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255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FC63D8-8095-439D-B679-0FC73D477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151CB5-8582-43BF-83DD-BBF0841EE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7857B7-0CAA-4270-BBFC-5B78919C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E6ADBA-DA26-4C6C-A26C-4CF4BA94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CE0B2D-6437-4AF9-B61D-A5E9EDAA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19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1A5536-43B2-4CC6-AA72-B6BE81D7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0CDFF-E063-4268-8973-7BA04C8D5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150BA5-181A-4790-A7B4-1A6BA3835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7C327-5676-426F-9937-AF2BF2ACA3F0}" type="datetimeFigureOut">
              <a:rPr lang="es-MX" smtClean="0"/>
              <a:t>05/08/2025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B0705D-913B-4B2B-9A11-7F0A5128B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48A4B-D902-4FB7-947C-7CA02D691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5B72C-3992-4F37-B403-DED3C09016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97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C9F0A66-3FAB-4403-A7C7-6922AA1BBBD4}"/>
              </a:ext>
            </a:extLst>
          </p:cNvPr>
          <p:cNvSpPr/>
          <p:nvPr/>
        </p:nvSpPr>
        <p:spPr>
          <a:xfrm>
            <a:off x="795858" y="1581453"/>
            <a:ext cx="1035422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Segmentación De Clientes Con Análisis RFM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6D07EA0-07D1-4201-9A3F-279F02A3BFE7}"/>
              </a:ext>
            </a:extLst>
          </p:cNvPr>
          <p:cNvSpPr/>
          <p:nvPr/>
        </p:nvSpPr>
        <p:spPr>
          <a:xfrm>
            <a:off x="4293247" y="3737397"/>
            <a:ext cx="335944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2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 </a:t>
            </a:r>
            <a:r>
              <a:rPr lang="es-MX" sz="2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Power</a:t>
            </a:r>
            <a:r>
              <a:rPr lang="es-MX" sz="2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BI Usando DAX</a:t>
            </a:r>
          </a:p>
        </p:txBody>
      </p:sp>
    </p:spTree>
    <p:extLst>
      <p:ext uri="{BB962C8B-B14F-4D97-AF65-F5344CB8AC3E}">
        <p14:creationId xmlns:p14="http://schemas.microsoft.com/office/powerpoint/2010/main" val="1197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275"/>
            <a:ext cx="10515600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Tabla que resumen por cliente las métricas </a:t>
            </a:r>
            <a:r>
              <a:rPr lang="es-MX" sz="2200" i="1" dirty="0" err="1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Recency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s-MX" sz="2200" i="1" dirty="0" err="1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Frequency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s-MX" sz="2200" i="1" dirty="0" err="1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Monetary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del análisis RFM.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188436-16EB-4671-AEC9-B0E0B3518E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" t="18331" r="5323" b="10985"/>
          <a:stretch/>
        </p:blipFill>
        <p:spPr>
          <a:xfrm>
            <a:off x="654804" y="2571750"/>
            <a:ext cx="10882391" cy="40259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F094823-8799-4D48-BAC5-8EF52CA4B7FF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1. Tabla Calculada: RFM Table</a:t>
            </a:r>
          </a:p>
        </p:txBody>
      </p:sp>
    </p:spTree>
    <p:extLst>
      <p:ext uri="{BB962C8B-B14F-4D97-AF65-F5344CB8AC3E}">
        <p14:creationId xmlns:p14="http://schemas.microsoft.com/office/powerpoint/2010/main" val="353858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951"/>
            <a:ext cx="10515600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Medias que calculan los percentiles 33% y 66% de la variable </a:t>
            </a:r>
            <a:r>
              <a:rPr lang="es-MX" sz="2200" i="1" dirty="0" err="1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Recency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C6FFED3-049B-4163-B3BD-263A05B488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9" t="11954" r="4445" b="6944"/>
          <a:stretch/>
        </p:blipFill>
        <p:spPr>
          <a:xfrm>
            <a:off x="2796834" y="2219325"/>
            <a:ext cx="6598332" cy="442357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F780ED1A-0008-4777-8F36-2F0056BC66C6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 Medidas: Percentiles Para </a:t>
            </a:r>
            <a:r>
              <a:rPr lang="es-MX" sz="40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Recency</a:t>
            </a:r>
            <a:endParaRPr lang="es-MX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656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282"/>
            <a:ext cx="10515600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Percentiles 33% y 66% de la 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frecuencia de compra 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cliente.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CC40C3-4E90-447B-A083-7D8C717C0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4" t="16162" r="6354" b="9167"/>
          <a:stretch/>
        </p:blipFill>
        <p:spPr>
          <a:xfrm>
            <a:off x="2313532" y="2238375"/>
            <a:ext cx="7564936" cy="435927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F2600B9-F5B7-439A-A4C7-1AD9EFD57C6B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3. Medidas: Percentiles Para </a:t>
            </a:r>
            <a:r>
              <a:rPr lang="es-MX" sz="40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Frequency</a:t>
            </a:r>
            <a:endParaRPr lang="es-MX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479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282"/>
            <a:ext cx="10515600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Percentiles 33% y 66% del 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gasto total 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cliente.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2D7BB2-7D34-4274-9D9C-C45EA109E3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4" t="16275" r="6685" b="9307"/>
          <a:stretch/>
        </p:blipFill>
        <p:spPr>
          <a:xfrm>
            <a:off x="2920179" y="2276475"/>
            <a:ext cx="6351641" cy="43243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4DD5199-946A-44DF-8320-5C543DAA921A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4. Medidas: Percentiles Para </a:t>
            </a:r>
            <a:r>
              <a:rPr lang="es-MX" sz="40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Monetary</a:t>
            </a:r>
            <a:endParaRPr lang="es-MX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266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282"/>
            <a:ext cx="10515600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Cálculo de 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R, F y M Scores 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la 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RFM Table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14DE7B-99FC-4334-AAB0-E1723CD008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12904" r="7265" b="7639"/>
          <a:stretch/>
        </p:blipFill>
        <p:spPr>
          <a:xfrm>
            <a:off x="3767726" y="2228850"/>
            <a:ext cx="4656549" cy="438149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5795632-D367-4545-84FF-CB470780F21D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5. Columnas Calculadas: Scores</a:t>
            </a:r>
          </a:p>
        </p:txBody>
      </p:sp>
    </p:spTree>
    <p:extLst>
      <p:ext uri="{BB962C8B-B14F-4D97-AF65-F5344CB8AC3E}">
        <p14:creationId xmlns:p14="http://schemas.microsoft.com/office/powerpoint/2010/main" val="245099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275"/>
            <a:ext cx="10639425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 una cadena de texto con los tres scores para facilitar la segmentación.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3E02CE-6365-46AA-819B-64EC0BC899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t="43685" r="5859" b="22446"/>
          <a:stretch/>
        </p:blipFill>
        <p:spPr>
          <a:xfrm>
            <a:off x="752475" y="3219450"/>
            <a:ext cx="10725150" cy="112395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078F1AE-0D7D-40A9-ABAD-280FCB7799DE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6. Columna Calculada: RFM Score</a:t>
            </a:r>
          </a:p>
        </p:txBody>
      </p:sp>
    </p:spTree>
    <p:extLst>
      <p:ext uri="{BB962C8B-B14F-4D97-AF65-F5344CB8AC3E}">
        <p14:creationId xmlns:p14="http://schemas.microsoft.com/office/powerpoint/2010/main" val="374285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47C5E1-08AB-4517-B2AA-33063C45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7967"/>
            <a:ext cx="10639425" cy="1674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Descripción:</a:t>
            </a:r>
          </a:p>
          <a:p>
            <a:pPr marL="0" indent="0" algn="just">
              <a:buNone/>
            </a:pP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Clasifica a cada cliente en un segmento basado en su combinación </a:t>
            </a:r>
            <a:r>
              <a:rPr lang="es-MX" sz="2200" i="1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RFM</a:t>
            </a:r>
            <a:r>
              <a:rPr lang="es-MX" sz="2200" dirty="0">
                <a:solidFill>
                  <a:srgbClr val="1F1F1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49A0BA-7FDA-4301-B2BB-E66A9437C3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 t="22658" r="5859" b="11914"/>
          <a:stretch/>
        </p:blipFill>
        <p:spPr>
          <a:xfrm>
            <a:off x="699983" y="2311626"/>
            <a:ext cx="10792033" cy="420029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6B60C8F-385E-414E-8A2E-855EF092ED7F}"/>
              </a:ext>
            </a:extLst>
          </p:cNvPr>
          <p:cNvSpPr/>
          <p:nvPr/>
        </p:nvSpPr>
        <p:spPr>
          <a:xfrm>
            <a:off x="838199" y="260350"/>
            <a:ext cx="1065381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7. Columna Calculada: Segmentación De Clientes</a:t>
            </a:r>
          </a:p>
        </p:txBody>
      </p:sp>
    </p:spTree>
    <p:extLst>
      <p:ext uri="{BB962C8B-B14F-4D97-AF65-F5344CB8AC3E}">
        <p14:creationId xmlns:p14="http://schemas.microsoft.com/office/powerpoint/2010/main" val="1709964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B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D8A67E2-F50F-4F59-9724-932811DC9A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2"/>
          <a:stretch/>
        </p:blipFill>
        <p:spPr>
          <a:xfrm>
            <a:off x="3647209" y="951069"/>
            <a:ext cx="4897581" cy="5646581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EF603BD-6083-4BEF-9CA5-6AC4929A755E}"/>
              </a:ext>
            </a:extLst>
          </p:cNvPr>
          <p:cNvSpPr/>
          <p:nvPr/>
        </p:nvSpPr>
        <p:spPr>
          <a:xfrm>
            <a:off x="838199" y="260350"/>
            <a:ext cx="96400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8. Resultados Del Código DAX</a:t>
            </a:r>
          </a:p>
        </p:txBody>
      </p:sp>
    </p:spTree>
    <p:extLst>
      <p:ext uri="{BB962C8B-B14F-4D97-AF65-F5344CB8AC3E}">
        <p14:creationId xmlns:p14="http://schemas.microsoft.com/office/powerpoint/2010/main" val="80688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179</Words>
  <Application>Microsoft Office PowerPoint</Application>
  <PresentationFormat>Panorámica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thinkpad</dc:creator>
  <cp:lastModifiedBy>thinkpad</cp:lastModifiedBy>
  <cp:revision>7</cp:revision>
  <dcterms:created xsi:type="dcterms:W3CDTF">2025-08-06T02:39:10Z</dcterms:created>
  <dcterms:modified xsi:type="dcterms:W3CDTF">2025-08-06T03:24:14Z</dcterms:modified>
</cp:coreProperties>
</file>